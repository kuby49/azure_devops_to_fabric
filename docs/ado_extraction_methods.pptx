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Azure DevOps Data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</a:defRPr>
            </a:pPr>
            <a:r>
              <a:t>Integration Methods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BB"/>
                </a:solidFill>
              </a:defRPr>
            </a:pPr>
            <a:r>
              <a:t>A comprehensive guide to extracting data from Azure DevOps</a:t>
            </a:r>
          </a:p>
          <a:p>
            <a:pPr>
              <a:spcAft>
                <a:spcPts val="400"/>
              </a:spcAft>
              <a:defRPr sz="1600">
                <a:solidFill>
                  <a:srgbClr val="BBBBBB"/>
                </a:solidFill>
              </a:defRPr>
            </a:pPr>
            <a:r>
              <a:t>for analytics, reporting, and integration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Most complete programmatic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Full coverage: Boards, Repos, Pipelines, Test Plans, Artifacts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Auth: PAT, OAuth, Managed Identity, Service Principal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Pull-based, paginated JSON responses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Supports create, read, update, delete operations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Granular access to every ADO 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4864" cy="4389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Rate limited (~30 requests/second per user)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Pagination overhead for large datasets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Returns current state only (no built-in history)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Requires custom ETL logic for analytics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Custom pipelines, full control, real-time reads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OData Analytics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Built-in analytics service with historical snapshots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Pre-aggregated data optimized for analytics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Work items, pipelines, test results, board snapshots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Supports $filter, $expand, $apply (aggregations)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Historical snapshot tables for trend analysis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Endpoint: analytics.dev.azure.com/{org}/_odata/v4.0-preview/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4864" cy="4389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 Repos data (commits, PRs, branches)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 Artifacts data (packages, feeds)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Read-only access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Data freshness: near real-time (~minutes)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Power BI, trend reporting, historical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Webhooks (Service Hooks)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Real-time push-based event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Real-time events: work item changes, PR created/merged,</a:t>
            </a:r>
            <a:br/>
            <a:r>
              <a:t>  build completed, release deployed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Push-based HTTP POST to your endpoint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Covers all ADO service areas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Targets: Azure Functions, Logic Apps, Event Grid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Enables event-driven architectures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4864" cy="4389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Event payloads only (not bulk/historical data)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Requires a receiving endpoint (hosting cost)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 replay capability (events are fire-and-forget)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Must handle failures/retries yourself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Real-time dashboards, incremental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Power BI Native Connector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Direct connect from Power BI Desktop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Built into Power BI Desktop (Get Data &gt; Azure DevOps)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Uses OData Analytics under the hood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Work items, pipelines, test results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Quick self-service BI without data platform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Supports DirectQuery and Import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4864" cy="4389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 Repos or Artifacts data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Limited transformation control vs. custom ETL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Import mode: refresh limits (8x/day Pro, 48x Premium)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Complex models may hit connector limitations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Quick dashboards, small-medium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CLI, WIQL &amp; Manual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Scripted and manual extraction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29184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Azure DevOps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az devops commands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Work items, repos, pipelines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Scriptable for automation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Designed for operational use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Not optimized for bulk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29184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54864" cy="4389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WIQL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Work Item Query Language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SQL-like syntax for work items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Via REST API or az boards query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Returns IDs (follow-up calls needed)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20K item cap per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554480"/>
            <a:ext cx="329184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554480"/>
            <a:ext cx="54864" cy="4389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CSV/Excel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Manual export from web UI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Work item queries, backlogs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Good for one-off analysis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Not automatable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No Repos/Pipelines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Azure Data Factory / Fabric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Orchestrated ETL into data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Uses REST API via Web Activity / Copy Activity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Built-in scheduling, retry, monitoring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Integration with Fabric Lakehouse, Synapse, SQL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Supports Medallion architecture (Bronze/Silver/Gold)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Parameterized for multi-project extraction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This is what our current project uses!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4864" cy="4389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Requires Fabric/ADF infrastructure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Development effort for pipeline design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Compute costs for Spark processing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Most scalable approach for enterprise analytics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Production analytics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Event Hub / Service Bus &amp; Audit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Streaming and governance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4389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Service Hooks → Event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Same events as webhooks via message broker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At-least-once delivery guarantee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Message replay capability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Multiple consumers per event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High-volume streaming, decoupled consumers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4864" cy="4389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Audit Log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Security &amp; governance events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Permission changes, PAT usage, policy changes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Endpoint: _apis/audit/auditlog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90-day retention, admin access required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Best for: Compliance, security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Comparison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7899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280160"/>
                <a:gridCol w="914400"/>
                <a:gridCol w="1097280"/>
                <a:gridCol w="1371600"/>
                <a:gridCol w="13716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Boards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Repos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Pipelines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Historical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OData Analytics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Webhooks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Power BI Connector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CLI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ADF / Fabric Pipelines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❌*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020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Event Hub / Audit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27273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BB"/>
                </a:solidFill>
              </a:defRPr>
            </a:pPr>
            <a:r>
              <a:t>* ADF/Fabric Pipelines use REST API underneath — historical data requires building incremental snapshots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Recommended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78D4"/>
                </a:solidFill>
              </a:defRPr>
            </a:pPr>
            <a:r>
              <a:t>Combine methods for comprehensive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4114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Bulk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REST API via Fabric Pipelines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Full &amp; incremental loads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All ADO service areas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Medallion architecture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(Bronze → Silver → Gold)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291840" cy="411480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54864" cy="4114800"/>
          </a:xfrm>
          <a:prstGeom prst="rect">
            <a:avLst/>
          </a:prstGeom>
          <a:solidFill>
            <a:srgbClr val="4EC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Incremental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Webhooks / Service Hooks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Real-time event capture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Near-zero latency updates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Event-driven processing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Complement bulk 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645920"/>
            <a:ext cx="3291840" cy="4114800"/>
          </a:xfrm>
          <a:prstGeom prst="rect">
            <a:avLst/>
          </a:prstGeom>
          <a:solidFill>
            <a:srgbClr val="27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645920"/>
            <a:ext cx="54864" cy="4114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Historical Snapshots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10312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OData Analytics Feed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Work item state history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Trend analysis over time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Pre-aggregated data</a:t>
            </a:r>
          </a:p>
          <a:p>
            <a:pPr>
              <a:spcAft>
                <a:spcPts val="200"/>
              </a:spcAft>
              <a:defRPr sz="1100">
                <a:solidFill>
                  <a:srgbClr val="BBBBBB"/>
                </a:solidFill>
              </a:defRPr>
            </a:pPr>
            <a:r>
              <a:t>• Flow metrics &amp; cycle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</a:defRPr>
            </a:pPr>
            <a:r>
              <a:t>REST API (bulk) + Webhooks (incremental) + OData (history) → Fabric Lakehouse → Direct Lake →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