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Azure DevOps — Data Subject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Key data domains available through Azure DevOps REST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0574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</a:defRPr>
            </a:pPr>
            <a:r>
              <a:t>Boards &amp; Work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50876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Work Items (Epics, Features,</a:t>
            </a:r>
            <a:br/>
            <a:r>
              <a:t>Stories, Tasks, Bugs)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021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Sprints &amp; Iterations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3250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Sprint Capacity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6285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Backlogs &amp;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93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Kanban Board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169164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88" y="1691640"/>
            <a:ext cx="2057400" cy="73152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8745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3317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7D2D"/>
                </a:solidFill>
              </a:defRPr>
            </a:pPr>
            <a:r>
              <a:t>Repos &amp;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35808" y="2834640"/>
            <a:ext cx="1508760" cy="18288"/>
          </a:xfrm>
          <a:prstGeom prst="rect">
            <a:avLst/>
          </a:prstGeom>
          <a:solidFill>
            <a:srgbClr val="2D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2971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Git Repositories &amp; 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5021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Commits &amp; Change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03250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Pull Requests &amp;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56285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Branch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5093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Code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5776" y="169164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5776" y="1691640"/>
            <a:ext cx="2057400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65776" y="18745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23317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</a:defRPr>
            </a:pPr>
            <a:r>
              <a:t>Pipelines (CI/CD)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0096" y="2834640"/>
            <a:ext cx="1508760" cy="18288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2936" y="2971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Build Pipelines &amp; 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2936" y="35021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Release Pipelines &amp;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936" y="403250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Deployment Environments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456285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Approval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2936" y="5093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Build Artifacts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69164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70064" y="1691640"/>
            <a:ext cx="2057400" cy="73152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18745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23317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008B"/>
                </a:solidFill>
              </a:defRPr>
            </a:pPr>
            <a:r>
              <a:t>Test Plans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44384" y="2834640"/>
            <a:ext cx="1508760" cy="18288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2971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Test Plans &amp; Suites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7224" y="35021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Test Cases &amp;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7224" y="403250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Test Runs &amp;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7224" y="456285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Code Coverage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7224" y="5093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Test Configurations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74352" y="169164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74352" y="1691640"/>
            <a:ext cx="2057400" cy="73152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2" y="18745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⚙️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2331720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B5B"/>
                </a:solidFill>
              </a:defRPr>
            </a:pPr>
            <a:r>
              <a:t>Projects &amp; 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48672" y="2834640"/>
            <a:ext cx="1508760" cy="18288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1512" y="297180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Projects &amp; Process Templates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1512" y="350215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Teams &amp; Members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1512" y="403250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Area &amp; Iteration Paths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1512" y="456285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Wiki &amp; Documentation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1512" y="5093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333333"/>
                </a:solidFill>
              </a:defRPr>
            </a:pPr>
            <a:r>
              <a:t>•  Package Feeds (Artifacts)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8D4"/>
                </a:solidFill>
              </a:defRPr>
            </a:pPr>
            <a:r>
              <a:t>✅ Currently ingesting: Boards &amp; Work Tracking, Repos &amp; Code    |    🔜 Planned: Pipelines, Test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